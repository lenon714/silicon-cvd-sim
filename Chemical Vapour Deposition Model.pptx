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B3D9-31C2-3EC1-D263-743AFEE53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6B5E0-9A12-DE6F-5A3A-6B96A3167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39B0A-D199-0FEB-52D5-4765FEB0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9EF9-3406-91ED-089F-381CF705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8823-7995-9A1C-B1DB-7CE3AF81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E0AD-4338-D029-B588-EE452A7A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471E-D28C-6C41-31BE-844DFBEB0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46FA-1272-E2E9-0FCA-19DC6336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8629A-9E54-CD89-9152-566E0BA4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1F5E6-0096-5B38-9422-DC26D65F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0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A6F1-0EA0-53FF-7E74-688158422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8A8E0-D99B-D78E-AC10-29928D211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2B953-09C1-7C7B-6F67-EB01D67C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3E21-7785-5B39-2EAF-0B0649AF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BA57-8D3B-79C5-EB40-11F4381A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7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8765-1329-3A96-919F-E355894A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04E99-A656-DE7A-FDC0-3E206AA54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2BC57-43A0-5F0F-EB4A-54361C753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03AA0-97C8-6D0C-9858-3F3492C5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96599-623D-F9A7-923B-A18E8C40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C64F1-B275-24B7-41C4-AA68E92A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1482-F35C-AC52-0FDC-4CDA7C162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2DC50-A0A1-1447-38D5-A8A741A9D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2B800-C2FF-C5AE-C524-692FE1596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EC367-05E7-3C35-8A2F-25CD24984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88542-904A-D0D6-0E15-69CC1D8F0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D5BAD-AC27-8707-F112-8C1A3D24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70821-FD87-D2E9-FD01-5254A526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4FF73-2D9A-AC76-F956-4AF5EF08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50E5-2AA6-E0EE-A01F-6CCB2C99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82165-A2F5-E307-7D2C-44C9BBA8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78A09-A6DE-F02C-9EF9-29EBC4F9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04F9D-853C-CD00-69A4-7E1A09AD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C34DC-121C-7CBA-C597-5A7671B7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0CA5D-CD53-20FC-8171-E511DE16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DE339-9AE1-093C-5D9A-792F645E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8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148F-A678-5628-5CEC-A531364A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A8AF-39A4-181E-D757-D8B9E2678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CF373-51C9-0D8D-3810-4516E1B1F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9A3D6-3395-EBCB-4255-F5F885D2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9FCFE-CDBA-2B87-FDD6-0CBEE15D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AAE55-1061-8BD0-1CF9-BF230E44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8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73B4-BB14-731A-E9C0-C050082B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7BFE2-EAE9-2782-B0EC-F5A62D02B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2E936-B35D-5F5A-4E80-E534BF96F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0D52A-7F61-F548-5361-138E66D3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83E6F-D7A1-137F-C2DA-25C5FE7F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F3D44-250F-40C4-CBD5-C39A36AB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0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C7FB-7C84-1285-B931-0047E8A9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D5D76-D0C2-FB7A-0EC9-494DE53BD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F0575-8CEC-A280-1E84-87BFB15B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8E22-0DB4-55E2-C99D-6BFEFBE4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AD9D8-6E53-3101-62E6-764B5BB7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8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CD2D0-EC85-D3C7-7C7F-C970571F6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DF7AE-A2A3-328D-B37A-06B27C56B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58DC-59F0-4868-CA69-D542BC0C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18A47-499B-2E66-C0C3-4FFDC45F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545F-B14F-BF59-77C4-9EFD9493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8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07CFD6-BB03-A6EC-07F2-E6B9F833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CD563-1E78-50FB-4EA4-CE0CFED41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C823B-1616-DCD1-37A2-047E7FF3E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9CD97-7736-4214-8787-0D6DE0390A9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19D00-4DB0-DD83-DEB5-2D74A2AC8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8F2C-CC12-42FD-1B55-2F713606F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25DCF-A650-4835-AB85-3506E1CED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1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D56D-ED90-D39E-F332-129A2FA01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Chemical </a:t>
            </a:r>
            <a:r>
              <a:rPr lang="en-US" dirty="0" err="1"/>
              <a:t>Vapour</a:t>
            </a:r>
            <a:r>
              <a:rPr lang="en-US" dirty="0"/>
              <a:t> Deposition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AFEE8-7F9F-94B7-B459-0B5B08915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Just starting this early to wrap my head around all the equations and such.</a:t>
            </a:r>
          </a:p>
        </p:txBody>
      </p:sp>
    </p:spTree>
    <p:extLst>
      <p:ext uri="{BB962C8B-B14F-4D97-AF65-F5344CB8AC3E}">
        <p14:creationId xmlns:p14="http://schemas.microsoft.com/office/powerpoint/2010/main" val="1455359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4A402-F72F-7D8A-6A4A-365E92C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Eulerian Fluid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92F2-D1C6-7003-69CB-7D7C732DB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14875" cy="4351338"/>
          </a:xfrm>
        </p:spPr>
        <p:txBody>
          <a:bodyPr>
            <a:normAutofit/>
          </a:bodyPr>
          <a:lstStyle/>
          <a:p>
            <a:r>
              <a:rPr lang="en-US" dirty="0"/>
              <a:t>Discretized Staggered Grid</a:t>
            </a:r>
          </a:p>
          <a:p>
            <a:r>
              <a:rPr lang="en-US" dirty="0"/>
              <a:t>Cells store properties</a:t>
            </a:r>
          </a:p>
          <a:p>
            <a:pPr lvl="1"/>
            <a:r>
              <a:rPr lang="en-US" dirty="0"/>
              <a:t>Pressure</a:t>
            </a:r>
          </a:p>
          <a:p>
            <a:pPr lvl="1"/>
            <a:r>
              <a:rPr lang="en-US" dirty="0"/>
              <a:t>Temperature</a:t>
            </a:r>
          </a:p>
          <a:p>
            <a:pPr lvl="1"/>
            <a:r>
              <a:rPr lang="en-US" dirty="0"/>
              <a:t>Concentration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F5ECCB-64DE-412E-81EF-4F6A55D45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1" y="1191187"/>
            <a:ext cx="5657848" cy="5620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DC8834-C24F-ECCC-AC50-7CAB42A3BFA2}"/>
              </a:ext>
            </a:extLst>
          </p:cNvPr>
          <p:cNvSpPr txBox="1"/>
          <p:nvPr/>
        </p:nvSpPr>
        <p:spPr>
          <a:xfrm>
            <a:off x="0" y="6488668"/>
            <a:ext cx="671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https://quangduong.me/notes/eulerian_fluid_sim_p1/</a:t>
            </a:r>
          </a:p>
        </p:txBody>
      </p:sp>
    </p:spTree>
    <p:extLst>
      <p:ext uri="{BB962C8B-B14F-4D97-AF65-F5344CB8AC3E}">
        <p14:creationId xmlns:p14="http://schemas.microsoft.com/office/powerpoint/2010/main" val="94047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B2FA-DA46-86B3-33F2-41458FA0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24350" cy="1325563"/>
          </a:xfrm>
        </p:spPr>
        <p:txBody>
          <a:bodyPr/>
          <a:lstStyle/>
          <a:p>
            <a:r>
              <a:rPr lang="en-US" dirty="0"/>
              <a:t>Method ordering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332C8-4682-BB73-7429-9B14CDC3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481780"/>
            <a:ext cx="4610100" cy="5894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E6267A-5A7F-7CB1-66BB-7DF67E3BB30B}"/>
              </a:ext>
            </a:extLst>
          </p:cNvPr>
          <p:cNvSpPr txBox="1"/>
          <p:nvPr/>
        </p:nvSpPr>
        <p:spPr>
          <a:xfrm>
            <a:off x="782955" y="1690688"/>
            <a:ext cx="443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Semi-Implicit Method for Pressure-Linked Equations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01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9ECD-06C1-F7E6-314D-B9F9273D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AD62B-43DF-86E8-56B7-8CE73ED676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Continuity Equation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Navier Stokes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AD62B-43DF-86E8-56B7-8CE73ED676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24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38CD-EAB7-B923-771D-FB3319DF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82E4-3BA5-67CB-C67E-476376D1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BB9EFF-4670-7767-0768-D0415FED4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Radial Momentum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Axial Momentum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BB9EFF-4670-7767-0768-D0415FED4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14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3933-C98F-8AFA-FFD8-DD60772A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28CA-BD2B-86DE-33DC-74F07056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Equations Discretized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109D3-A5FC-B628-6BB6-B0D31569B9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Radial Momentum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pt-BR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cs typeface="Arial" panose="020B0604020202020204" pitchFamily="34" charset="0"/>
                  </a:rPr>
                  <a:t>Axial Momentum</a:t>
                </a:r>
                <a:endParaRPr lang="pt-BR" dirty="0"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pt-BR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nb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F109D3-A5FC-B628-6BB6-B0D31569B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27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6381-DF74-D507-227C-49BD70B3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BCB3-FF9B-F030-8AAD-69A0EBF4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 Correction with Line TDMA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5172AA9-8146-B874-DA30-4A07F6B114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Axial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5172AA9-8146-B874-DA30-4A07F6B11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6D9A15-DC75-2D0A-7C89-D421500BC789}"/>
              </a:ext>
            </a:extLst>
          </p:cNvPr>
          <p:cNvGraphicFramePr>
            <a:graphicFrameLocks noGrp="1"/>
          </p:cNvGraphicFramePr>
          <p:nvPr/>
        </p:nvGraphicFramePr>
        <p:xfrm>
          <a:off x="7021284" y="1825625"/>
          <a:ext cx="4332516" cy="3884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2847531488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2449817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51251318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413070026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62522066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929777698"/>
                    </a:ext>
                  </a:extLst>
                </a:gridCol>
              </a:tblGrid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365511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613831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(3,2)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(3,4)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(3,5)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(3,6)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08809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52439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892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26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54FB-5F9E-8A32-6AA7-7860E0BD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 Correction with Line TDMA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BD808-13BB-8CD8-4AC9-692E26902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791158"/>
              </p:ext>
            </p:extLst>
          </p:nvPr>
        </p:nvGraphicFramePr>
        <p:xfrm>
          <a:off x="7295604" y="1690688"/>
          <a:ext cx="4332516" cy="3884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2847531488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2449817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51251318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413070026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62522066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929777698"/>
                    </a:ext>
                  </a:extLst>
                </a:gridCol>
              </a:tblGrid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365511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613831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(3,2)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(3,4)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(3,5)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(3,6)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08809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52439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89246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E0B5989-2F8E-A2E5-C0A8-220C517A72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12" y="1690688"/>
            <a:ext cx="6142384" cy="203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A57F5D-2A10-35DE-A49A-A75C46CD557C}"/>
                  </a:ext>
                </a:extLst>
              </p:cNvPr>
              <p:cNvSpPr txBox="1"/>
              <p:nvPr/>
            </p:nvSpPr>
            <p:spPr>
              <a:xfrm>
                <a:off x="662812" y="3894032"/>
                <a:ext cx="5458968" cy="1479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Forward Elimination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2,3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1,3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A57F5D-2A10-35DE-A49A-A75C46CD5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12" y="3894032"/>
                <a:ext cx="5458968" cy="1479251"/>
              </a:xfrm>
              <a:prstGeom prst="rect">
                <a:avLst/>
              </a:prstGeom>
              <a:blipFill>
                <a:blip r:embed="rId3"/>
                <a:stretch>
                  <a:fillRect l="-1006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58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2B5E-DC3F-6F0A-3309-E02FA3BF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262C-A563-B84C-7D65-DA3368DD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 Correction with Line TDMA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F2E439-F172-77F5-27EC-E3A32CD63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216939"/>
              </p:ext>
            </p:extLst>
          </p:nvPr>
        </p:nvGraphicFramePr>
        <p:xfrm>
          <a:off x="7140156" y="1690688"/>
          <a:ext cx="4332516" cy="3884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2847531488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2449817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51251318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413070026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62522066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929777698"/>
                    </a:ext>
                  </a:extLst>
                </a:gridCol>
              </a:tblGrid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365511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613831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(3,2)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(3,4)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(3,5)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(3,6)</a:t>
                      </a:r>
                    </a:p>
                  </a:txBody>
                  <a:tcPr anchor="ctr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08809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52439"/>
                  </a:ext>
                </a:extLst>
              </a:tr>
              <a:tr h="7768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(5,3)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8924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1C1831-803B-9EA5-C9FB-CC120F6FD2AA}"/>
                  </a:ext>
                </a:extLst>
              </p:cNvPr>
              <p:cNvSpPr txBox="1"/>
              <p:nvPr/>
            </p:nvSpPr>
            <p:spPr>
              <a:xfrm>
                <a:off x="507364" y="3894032"/>
                <a:ext cx="5458968" cy="2702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Backwards Substitution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R5: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R4: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 err="1"/>
                  <a:t>Etc</a:t>
                </a:r>
                <a:r>
                  <a:rPr lang="en-US" dirty="0"/>
                  <a:t>…</a:t>
                </a:r>
                <a:endParaRPr lang="en-US" b="0" dirty="0"/>
              </a:p>
              <a:p>
                <a:r>
                  <a:rPr lang="en-US" dirty="0"/>
                  <a:t>Solve for X, which is the pressure</a:t>
                </a: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1C1831-803B-9EA5-C9FB-CC120F6FD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64" y="3894032"/>
                <a:ext cx="5458968" cy="2702086"/>
              </a:xfrm>
              <a:prstGeom prst="rect">
                <a:avLst/>
              </a:prstGeom>
              <a:blipFill>
                <a:blip r:embed="rId2"/>
                <a:stretch>
                  <a:fillRect l="-893" t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>
            <a:extLst>
              <a:ext uri="{FF2B5EF4-FFF2-40B4-BE49-F238E27FC236}">
                <a16:creationId xmlns:a16="http://schemas.microsoft.com/office/drawing/2014/main" id="{72F388D8-1C00-CD47-CC11-8A0E29770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4" y="1690688"/>
            <a:ext cx="6491718" cy="213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066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C44D0E-C327-4806-8D63-44E4E8E5C545}">
  <we:reference id="wa104381909" version="3.20.0.0" store="en-US" storeType="OMEX"/>
  <we:alternateReferences>
    <we:reference id="WA104381909" version="3.20.0.0" store="WA104381909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o&gt;&amp;#x2207;&lt;/mo&gt;&lt;mo&gt;&amp;#xB7;&lt;/mo&gt;&lt;mi&gt;&amp;#x3C1;&lt;/mi&gt;&lt;mi&gt;v&lt;/mi&gt;&lt;mo&gt;=&lt;/mo&gt;&lt;mn&gt;0&lt;/mn&gt;&lt;/math&gt;\&quot;,\&quot;base64Image\&quot;:\&quot;iVBORw0KGgoAAAANSUhEUgAAAZIAAABYCAYAAADfhnGcAAAACXBIWXMAAA7EAAAOxAGVKw4bAAAABGJhU0UAAABDL/GCtAAADqxJREFUeNrtnQ9kV90fxz9mMjMjmcxMZDJJIslMZiSTZMZMkiSSJMmYTPLImEcySSSTPBKP5DGTSDJJRjJJMpJJMg/JZGbi97ufp/vV1+3ecz7fe88599z7fb84Hj31PX8/93zOn8/5fIgAAACUge1BOheke0F6FaRvQVoL0nqQVoO0HKSHQfozSPuD1JBXRceC9L86SmOQTQCAx7SG89T7FPPbv0GaCFK760pvDDVcPSgR1uKbIKcAAE8ZC3cdSXMY/92TcHeimrd5t3LJ9Q7lZp0okluQUwCAh2wL0kLCvPUlSKNB2hzzu51BuqpQKq+DtNVVI7rrRJHsgrwCADxjIEgrCXPWTHhqpIOVxXxCHl+DtM9VYx4LJ+OXBRmcV5F6P4e8AgA8YyRIPxLm2rs15tWkmMf5qKvfRYP6a1jZ7/Z8cHbH1HkEMgsA8IhBxRw7lzLPliC9SchzxdXc/U6oSKY9H6A7kfp+ohzN4gAAIEJPuEuIm1+/B6kjQ958VbGekPfnILXZbtxpkls/tXk6QG0xnTgOuQUAeDRHfSG7TxSuKPJ/bLuBG+inHXKR32OMF0jpAQDqj1nFvMoKpslAGXzEpTIjPmW7kX8IFcmShwPEx1efIvW8A7kFAHjCEc28etlgWZOKctiSy+qbOn4R+UOoTA55NkhDVDzDAABAfdAUs9CtTjzvdhgsbwvl/K7uL6EieezZQM1F6vcCsgsA8ISLmvn0qYM5Maq4ttls8G6SmwJv82SQdsTU7RhkFwDgAY3008Giai49baHcs5oyb9tu+HOhIrnmyUBF3bywmRtMfgEAPnBCMJd2WCi3i/QWuJttNnxYqEjY5rkp50FiC4Wor5nLkF0AgCfoFuYfLJa9pCn7ku3G6ypQSWdyHqRR11oWAACEdArm0LsWy7+nKXvR9QSdlN7kPFAfIvX5C7ILAPAE3T0Fp+MWyz8lKH+PzQ7gI6PvQmWyL6dBGnDdKQAAUAMzgvmz12L5Ej+KV2x3wjWhIrmf0yBFvV3OQ24BAJ7ABj+6wIE/yK5h0AbB/P3Kdkd0kUyRcGe4vpfocrxFBACAWugRzJ2fHdTjm2D+brFdiVmhMnFtKXU1Uv4yweQXAOAPZwTz5oyDekjm8MO2K7FPqEhcvt1gk+NoVLE/ILcAAI/QWUzZttiqIPFWcsVFhywIlcnRnDQ9b83aIbd1BT/gOhV+rCyfbBiyHsrCWvjnz+GKj513cnAzW56g+Vh3KNwlL4TlDxvKuzHc7S+F7ftIPx3ybYQIeM9L8uMkZ1JQj4cuOuSkUJG4CmkbDcJ1HzJbN/AO+THJnYtGFxysWHZmKL8rVBoT4ceXFHrhgaH2PqBkD9ydEAevWSM/Ft/HBPX45KJDJL5iKmmng4kkWuZeyGzp2R6kZ/T741P2YrqfflqnVHYH50kfW4ctEiVHsb3h0cC8cGKo9vqQlW5NGW+r2g38olkoJ4cd1GVIuMhycjVxWdgxNy3X459Iea8hs6VnPGYHMqNZkbNCWdTI6iPBx3OQfl5WPgzTLMnfV3VlbPdBQRlnIR5e0ieUkQEHdTkorEu3i46JC2Mbl3jV1mqpDp0xE8pJyGxp4XuAJ5TeLc9WwaQ/laJeDSSzyMl6T7JNUAbCJfjJIPnzmNsnpfYft4UVumCp/GgsYj6+aITMlhI2nngXc5RVa0C1SwJ5TRsAbUyT71UD/aC7sF21PA77qfa7qKImkxfOR4Vltjj4llqFdRl29XHvFFbIhiOwuHuaK5hvSwlbZMU5DR1MuavR7aTTBmmLC+8cPTrLCt8NrWhOAKBI/FMkUgMlF3dcTcK6OH3QPSes1H7D5UZ9+v8gWK2UET5C/RAjTxcz5Cnxd5Q2HsSEg91Cv+KIzvbLaCiSdEjdS7m44N4grIvThbn04uaR4XJfkR3zSuAPGxKOcmYz5ivxwJr2rq1Xk6+pxU5Pws7E9ncARZIO6TWAK3wwlPqNRWHFthj8iFx6zAT5cDdmnJcp+0NCyeInbfgBnWO+QYP9E+cSfAyKBIrEkCK57fqDPyes2ISh8qJP/Bcw55aOpMvJYwbyllw2zmXI/4mj44KGmPx3QZFAkRRVkTST+gLQpFUVr0ajJr+nMO+Wis4EeTIVFqBBIKvfMuR/Q5GvyaOnaDsWHYwNFAkUiVWuCiuX9Z1H9CHkV8Jr3rKRtKLvcfghZbF+OqLId9lgG3aT43jbIDW3oEhkbCGZv6MsL8/jzCsn6lAoO8JV71I44f0bCurWErTtiIWjpjQf0nqGvHUespsMteFCpL6bCfjKjQIqkht5ddbfwgqmDX87Qr+b/G6pM4HsDXdhcf26QubNrF3CO8vPCW07YLCcRss7Ep155UFD7XhRlec05mqvkcRK902RXM6rs3qFFUzrc/855eDq2CPaFUqkWpkUdWcyTm4etLaR3TsSIvWdoQmDgagDx24CPiPxuOvqQaL0HUmuEWZfC48NajXhjHtF34ftcW7BcUzTolCSo4bLGhD04cuMZaii0N02LAsIm+A/Q8Jvt9lBXaSeiIfz7DCp5q3V3v1m5Pdv6lAYPwv7drWAbVN5k+4wXNYRQR/ey1iGKhpe1p00L8Iqb1X4eLeLgO8MCL/dbQ7q0iasy0CeHabzN5QmcEor/e4f6UwdCuM6yU0Xi2TJxnVNihcyZ6G864L+O5exjCuKvN9lzLvaDcs1zNGFYKPwuz3goC79wrrkfkQ+Lqyo9JXvKP1u8ttUh8L4VdivzoLSGOK0oi2jFsqbFfRhVlNj1a4ny0V+e7jj5Hy+kL0QDcA8EqvWQw7qcagoc4g0VskzYX4fybw77iJyR6hInhSsXW8UbdluYcesi2y4auAj0n2saXeM1Q/bjhEoEm8F3+6Ig3oMC+qx5Eun3RROejprk4M+brlyoqtqNapaSewqUJt6HAvzHrJ/P0KkD4ubZox2pViEAX+4L5A9F0f2Epf23jjB7SaZItFFpHtKZj2/Fh2+APuuWEkPFaw9KtcRdyyUJwlsZeKdh87EMs0RRsUi8nsdL6aKjCQ8+e2cv7lK+sOnjnsiqDB/FEkmb3GhRfsgj/9NIvwAjS+o18P/TpMbiw+T8MNA1XsLG0pxXiOPbBln6mx4zeARRrVjVMRlLyaSuwkXptwPyY+7GjFSB29J27mpyL97D1ksFYdJfUS30XB5neT2Ne9HMuNzrjrW/GOITWFpIbsupKS8Iv3xeLNvnfde0Hlxb0KaY45wsBIrF3cVMjFvoTydNSHL2yaD5T0iM0GDKh4deOeZtz8teP/Nxhuy55rHxE7ZlTKrmTPCQevT/I4/8iYCZYGPj74p5OFPC2XqArCZDi2q8j0nvf+pVn6HC3TKAEUSjyTkrs37r62C8id9nDBUj81UVgLvIn+Ph1flQuch96Dh8nSPsNi9u+k3GdOK8v4W/H4v/Xp7MOXJuEGRZKNPUK5NgxmJ6W+Pr5PGJMkewHQqOhtuIMqFyoKFDQgaDZf3VCN/NoKjTSjKm9H8lt9iLVUd8zV6Mm5QJNl34rqFtc13clOkNzbxlk6SveqsmJzNRP4/LhjLx5xCDp4aLms3mXkYWyvHFWXqZPpp1U6p3aNxgyLJjs5Fz5zF8XuZoxIzwj3BwC0nnOHtJ1AmGjULC9NxEFRm6HxPYyumzTCli5Q4VbVL7/ds7KBIsrNLcDpjw1dei2BBv933yWO3cPCidyOLBMrGYY0MmFw4HNCUdcRiOw9R7fFOqgMgnfNw7KBIzKALtzFoocwRTZnPizKBvEgxmDD5LR8qyxW+HzH1IJBXdSrz8+uW26lSYmsaxXMHYlJqjpP7mEK6h4iF8YohiQMRdfnRApkrHQvk5r5C5crdhWPLbSQPq9pPv/yo8cqwEWJSanThNlYNH29tIrUj3fdF67ylGhTJFOStdLRqxtzU+5G9ijJeOFqg6CLRVSYKNresuIr5SGYfRQJ/Oa2Rj9MGyxql/I54raBrEOJQlxvdOa2Js+E2xWqPz6Y3Ompro6atLaHCqzzMrBibgPrZlSw42CU0ahbw80XsvFbSu0KHyW95mdaMe1vG/Nn7wXNKjsO+0XF7VW3leCKVYGW8I9kD8ag72IJLZUl1wvLinY+7the18yShTg9BxkrJB8WYrxhYeSX5t+LwA3k4olvXfMSVi/cDEI265TypzcSzHHW2k9rD9vkid5zuEhImv+VE5303y0PElnAX68KHVi3oHOT54kML5Isq+ulMyjz56OyZIt/pMnScyjPqBchVKTmhmVD/SZkvu895m7Cay3tnu6Jp83GIBQhROfm8lSI/VUTGB2XptCTnZXx/0gqZKiW6UKN8X1CrySM/2ouLGMkfZZsHbVYpkjGIBIhwXTP5S+74Nit255xulK3T4nzz34QslZZl0h/zSLbbvGU/miA/vDMZ8KjNSYpkEuIAEmBT3KQQC+zw8SL9cnBbDVv8XVb8diX8bkrHKYLJb72wg+Rm3xzBjf1UNVcpDpaLoXCLv5ygQHy0hV/BYgmkgC/J72q+E5atZ2HSHaHyaUBHWTurMTIpPIP8lJazpA8qpYseF/ch8Q5mn8ftXqESXnACZ3SHC48Vqt291Gq48NpRDx1VHZcCJr/l5QGp/U5V/GvxK29+3f4k3KKvhYnvQRbClRVv7fvInE8um1Q/OENwNpAWlnU2EecYN+wzazH8Jqq/jw/h302G/7ahnjqIbaRPhgmU9yNQPUKdKXHb+aNmtycjEAMAAEhPr2YLPoouAgAAoGKcChojGgAAgB+oIhTykVcDuggAAEASbJmn8jf1EF0EAABAxQCpj7XOo4sAAAComNQoErhOBwAAoGSe1PcjAAAAQCLs4kQVtOcBuggAAICKQVIfa51DFwEAAFBxU6NIdqGLAAAAqHhL9sLqAgAAKDntpHdrDQAAACSiC6sLJ50AAACUqEJ9siVXG7oIAABAEltIbfY7iy4CAACgYoLUx1p96CIAAABJcKCy7wol8hxdBAAAQMUtUt+N7EQXAQAAUDGiSDjSAqCA/B9B9Ff2X+iYoQAAAK50RVh0TWF0aE1MADxtYXRoIHhtbG5zPSJodHRwOi8vd3d3LnczLm9yZy8xOTk4L01hdGgvTWF0aE1MIj48bXN0eWxlIG1hdGhzaXplPSIxNnB4Ij48bW8+JiN4MjIwNzs8L21vPjxtbz4mI3hCNzs8L21vPjxtaT4mI3gzQzE7PC9taT48bWk+djwvbWk+PG1vPj08L21vPjxtbj4wPC9tbj48L21zdHlsZT48L21hdGg+PYgiIgAAAABJRU5ErkJggg==\&quot;,\&quot;slideId\&quot;:260,\&quot;accessibleText\&quot;:\&quot;nabla times rho v equals 0\&quot;,\&quot;imageHeight\&quot;:14.08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560</Words>
  <Application>Microsoft Office PowerPoint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Chemical Vapour Deposition</vt:lpstr>
      <vt:lpstr>Eulerian Fluid Simulations</vt:lpstr>
      <vt:lpstr>Method ordering</vt:lpstr>
      <vt:lpstr>Momentum Equations</vt:lpstr>
      <vt:lpstr>Momentum Equations</vt:lpstr>
      <vt:lpstr>Momentum Equations Discretized</vt:lpstr>
      <vt:lpstr>Pressure Correction with Line TDMA</vt:lpstr>
      <vt:lpstr>Pressure Correction with Line TDMA</vt:lpstr>
      <vt:lpstr>Pressure Correction with Line TDMA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Lenon Wong</dc:creator>
  <cp:lastModifiedBy>Lenon Wong</cp:lastModifiedBy>
  <cp:revision>8</cp:revision>
  <dcterms:created xsi:type="dcterms:W3CDTF">2025-11-28T03:51:14Z</dcterms:created>
  <dcterms:modified xsi:type="dcterms:W3CDTF">2025-11-28T20:31:19Z</dcterms:modified>
</cp:coreProperties>
</file>